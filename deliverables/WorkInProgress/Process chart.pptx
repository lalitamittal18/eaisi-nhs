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8F2035-94A5-409B-8997-4E8318759D58}" v="1" dt="2026-01-23T13:44:38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80" d="100"/>
          <a:sy n="80" d="100"/>
        </p:scale>
        <p:origin x="739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Krings" userId="34852abbe5458ebc" providerId="LiveId" clId="{B0716DEB-D931-406A-8681-4BB3C4798BBC}"/>
    <pc:docChg chg="custSel modSld">
      <pc:chgData name="Julia Krings" userId="34852abbe5458ebc" providerId="LiveId" clId="{B0716DEB-D931-406A-8681-4BB3C4798BBC}" dt="2026-01-23T13:54:30.287" v="171" actId="20577"/>
      <pc:docMkLst>
        <pc:docMk/>
      </pc:docMkLst>
      <pc:sldChg chg="modSp mod">
        <pc:chgData name="Julia Krings" userId="34852abbe5458ebc" providerId="LiveId" clId="{B0716DEB-D931-406A-8681-4BB3C4798BBC}" dt="2026-01-23T13:31:30.383" v="44" actId="5793"/>
        <pc:sldMkLst>
          <pc:docMk/>
          <pc:sldMk cId="3482091236" sldId="258"/>
        </pc:sldMkLst>
        <pc:spChg chg="mod">
          <ac:chgData name="Julia Krings" userId="34852abbe5458ebc" providerId="LiveId" clId="{B0716DEB-D931-406A-8681-4BB3C4798BBC}" dt="2026-01-23T13:31:30.383" v="44" actId="5793"/>
          <ac:spMkLst>
            <pc:docMk/>
            <pc:sldMk cId="3482091236" sldId="258"/>
            <ac:spMk id="3" creationId="{B98DAEA1-FEC2-A7E1-90CA-E18B9A024548}"/>
          </ac:spMkLst>
        </pc:spChg>
      </pc:sldChg>
      <pc:sldChg chg="addSp delSp modSp mod">
        <pc:chgData name="Julia Krings" userId="34852abbe5458ebc" providerId="LiveId" clId="{B0716DEB-D931-406A-8681-4BB3C4798BBC}" dt="2026-01-23T13:54:30.287" v="171" actId="20577"/>
        <pc:sldMkLst>
          <pc:docMk/>
          <pc:sldMk cId="405379367" sldId="259"/>
        </pc:sldMkLst>
        <pc:spChg chg="mod">
          <ac:chgData name="Julia Krings" userId="34852abbe5458ebc" providerId="LiveId" clId="{B0716DEB-D931-406A-8681-4BB3C4798BBC}" dt="2026-01-23T13:45:56.481" v="164" actId="790"/>
          <ac:spMkLst>
            <pc:docMk/>
            <pc:sldMk cId="405379367" sldId="259"/>
            <ac:spMk id="5" creationId="{2A168694-4929-31D0-910C-028FCC714899}"/>
          </ac:spMkLst>
        </pc:spChg>
        <pc:spChg chg="mod">
          <ac:chgData name="Julia Krings" userId="34852abbe5458ebc" providerId="LiveId" clId="{B0716DEB-D931-406A-8681-4BB3C4798BBC}" dt="2026-01-23T13:45:56.481" v="164" actId="790"/>
          <ac:spMkLst>
            <pc:docMk/>
            <pc:sldMk cId="405379367" sldId="259"/>
            <ac:spMk id="10" creationId="{F7A4F084-AF28-D185-C2FD-C01BD976A113}"/>
          </ac:spMkLst>
        </pc:spChg>
        <pc:spChg chg="mod">
          <ac:chgData name="Julia Krings" userId="34852abbe5458ebc" providerId="LiveId" clId="{B0716DEB-D931-406A-8681-4BB3C4798BBC}" dt="2026-01-23T13:45:56.481" v="164" actId="790"/>
          <ac:spMkLst>
            <pc:docMk/>
            <pc:sldMk cId="405379367" sldId="259"/>
            <ac:spMk id="19" creationId="{DEE7E1EB-3FA2-212F-2908-ECCB79AC47A6}"/>
          </ac:spMkLst>
        </pc:spChg>
        <pc:spChg chg="mod">
          <ac:chgData name="Julia Krings" userId="34852abbe5458ebc" providerId="LiveId" clId="{B0716DEB-D931-406A-8681-4BB3C4798BBC}" dt="2026-01-23T13:45:56.481" v="164" actId="790"/>
          <ac:spMkLst>
            <pc:docMk/>
            <pc:sldMk cId="405379367" sldId="259"/>
            <ac:spMk id="20" creationId="{49F2D22B-F9B6-E71C-C8EF-0396F8ED72F5}"/>
          </ac:spMkLst>
        </pc:spChg>
        <pc:spChg chg="mod">
          <ac:chgData name="Julia Krings" userId="34852abbe5458ebc" providerId="LiveId" clId="{B0716DEB-D931-406A-8681-4BB3C4798BBC}" dt="2026-01-23T13:44:15.874" v="154" actId="1076"/>
          <ac:spMkLst>
            <pc:docMk/>
            <pc:sldMk cId="405379367" sldId="259"/>
            <ac:spMk id="23" creationId="{443838AD-AE0F-4AAA-B23B-3449BC8D782B}"/>
          </ac:spMkLst>
        </pc:spChg>
        <pc:spChg chg="mod">
          <ac:chgData name="Julia Krings" userId="34852abbe5458ebc" providerId="LiveId" clId="{B0716DEB-D931-406A-8681-4BB3C4798BBC}" dt="2026-01-23T13:43:52.668" v="153" actId="1076"/>
          <ac:spMkLst>
            <pc:docMk/>
            <pc:sldMk cId="405379367" sldId="259"/>
            <ac:spMk id="24" creationId="{EED59247-D465-D3A0-ED50-519D6C0487B3}"/>
          </ac:spMkLst>
        </pc:spChg>
        <pc:spChg chg="mod">
          <ac:chgData name="Julia Krings" userId="34852abbe5458ebc" providerId="LiveId" clId="{B0716DEB-D931-406A-8681-4BB3C4798BBC}" dt="2026-01-23T13:45:56.481" v="164" actId="790"/>
          <ac:spMkLst>
            <pc:docMk/>
            <pc:sldMk cId="405379367" sldId="259"/>
            <ac:spMk id="34" creationId="{7746BC81-0ADF-F997-6D23-EC296C07E33E}"/>
          </ac:spMkLst>
        </pc:spChg>
        <pc:spChg chg="mod">
          <ac:chgData name="Julia Krings" userId="34852abbe5458ebc" providerId="LiveId" clId="{B0716DEB-D931-406A-8681-4BB3C4798BBC}" dt="2026-01-23T13:45:56.481" v="164" actId="790"/>
          <ac:spMkLst>
            <pc:docMk/>
            <pc:sldMk cId="405379367" sldId="259"/>
            <ac:spMk id="36" creationId="{9C3C739B-761C-4289-6F53-ABE5BF1030B0}"/>
          </ac:spMkLst>
        </pc:spChg>
        <pc:spChg chg="del">
          <ac:chgData name="Julia Krings" userId="34852abbe5458ebc" providerId="LiveId" clId="{B0716DEB-D931-406A-8681-4BB3C4798BBC}" dt="2026-01-23T11:23:50.421" v="0" actId="478"/>
          <ac:spMkLst>
            <pc:docMk/>
            <pc:sldMk cId="405379367" sldId="259"/>
            <ac:spMk id="38" creationId="{67293802-DAB3-E302-2989-B2322BE2987A}"/>
          </ac:spMkLst>
        </pc:spChg>
        <pc:spChg chg="mod">
          <ac:chgData name="Julia Krings" userId="34852abbe5458ebc" providerId="LiveId" clId="{B0716DEB-D931-406A-8681-4BB3C4798BBC}" dt="2026-01-23T13:45:56.481" v="164" actId="790"/>
          <ac:spMkLst>
            <pc:docMk/>
            <pc:sldMk cId="405379367" sldId="259"/>
            <ac:spMk id="58" creationId="{64E4B89E-5B58-98D2-DE3E-A1206898A5D0}"/>
          </ac:spMkLst>
        </pc:spChg>
        <pc:spChg chg="mod">
          <ac:chgData name="Julia Krings" userId="34852abbe5458ebc" providerId="LiveId" clId="{B0716DEB-D931-406A-8681-4BB3C4798BBC}" dt="2026-01-23T13:45:56.481" v="164" actId="790"/>
          <ac:spMkLst>
            <pc:docMk/>
            <pc:sldMk cId="405379367" sldId="259"/>
            <ac:spMk id="59" creationId="{4E2F39E2-B8AE-664F-F781-B3E64E7AFEA0}"/>
          </ac:spMkLst>
        </pc:spChg>
        <pc:spChg chg="mod">
          <ac:chgData name="Julia Krings" userId="34852abbe5458ebc" providerId="LiveId" clId="{B0716DEB-D931-406A-8681-4BB3C4798BBC}" dt="2026-01-23T13:45:56.481" v="164" actId="790"/>
          <ac:spMkLst>
            <pc:docMk/>
            <pc:sldMk cId="405379367" sldId="259"/>
            <ac:spMk id="64" creationId="{ACDE285E-E5E8-A56A-0DDE-D133C90A8993}"/>
          </ac:spMkLst>
        </pc:spChg>
        <pc:spChg chg="mod">
          <ac:chgData name="Julia Krings" userId="34852abbe5458ebc" providerId="LiveId" clId="{B0716DEB-D931-406A-8681-4BB3C4798BBC}" dt="2026-01-23T13:54:30.287" v="171" actId="20577"/>
          <ac:spMkLst>
            <pc:docMk/>
            <pc:sldMk cId="405379367" sldId="259"/>
            <ac:spMk id="68" creationId="{A29D3FE7-2694-5E2C-0F9F-4FF1D449DD78}"/>
          </ac:spMkLst>
        </pc:spChg>
        <pc:spChg chg="mod">
          <ac:chgData name="Julia Krings" userId="34852abbe5458ebc" providerId="LiveId" clId="{B0716DEB-D931-406A-8681-4BB3C4798BBC}" dt="2026-01-23T11:24:33.103" v="2" actId="1076"/>
          <ac:spMkLst>
            <pc:docMk/>
            <pc:sldMk cId="405379367" sldId="259"/>
            <ac:spMk id="70" creationId="{BB8F5470-6223-C57E-DA94-391827821FBD}"/>
          </ac:spMkLst>
        </pc:spChg>
        <pc:cxnChg chg="mod">
          <ac:chgData name="Julia Krings" userId="34852abbe5458ebc" providerId="LiveId" clId="{B0716DEB-D931-406A-8681-4BB3C4798BBC}" dt="2026-01-23T13:44:22.032" v="155" actId="14100"/>
          <ac:cxnSpMkLst>
            <pc:docMk/>
            <pc:sldMk cId="405379367" sldId="259"/>
            <ac:cxnSpMk id="22" creationId="{DDDC74B1-F631-78CE-4D2C-9FD25BB4EC16}"/>
          </ac:cxnSpMkLst>
        </pc:cxnChg>
        <pc:cxnChg chg="mod">
          <ac:chgData name="Julia Krings" userId="34852abbe5458ebc" providerId="LiveId" clId="{B0716DEB-D931-406A-8681-4BB3C4798BBC}" dt="2026-01-23T13:44:25.705" v="156" actId="1076"/>
          <ac:cxnSpMkLst>
            <pc:docMk/>
            <pc:sldMk cId="405379367" sldId="259"/>
            <ac:cxnSpMk id="47" creationId="{6F4ED10D-5A69-EC60-418F-6D921154C96B}"/>
          </ac:cxnSpMkLst>
        </pc:cxnChg>
        <pc:cxnChg chg="add mod">
          <ac:chgData name="Julia Krings" userId="34852abbe5458ebc" providerId="LiveId" clId="{B0716DEB-D931-406A-8681-4BB3C4798BBC}" dt="2026-01-23T13:45:07.840" v="163" actId="14100"/>
          <ac:cxnSpMkLst>
            <pc:docMk/>
            <pc:sldMk cId="405379367" sldId="259"/>
            <ac:cxnSpMk id="72" creationId="{92D660E1-A54D-C73E-54E6-94C1E59CA34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DBD5C2-CCD6-6421-5C31-F1DBE5C85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0FA58AE-4431-FDFC-512E-695543C86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1AE5113-43E0-7377-6AF8-420D40E5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1AC6-9E8A-4194-B9D5-51B7CEF25F24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74D3ACC-9E02-E45E-1B75-9FC8EB995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ACDD725-FBDD-4A41-DAEE-65F6AA71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56E-7496-49ED-A290-9BF0A184E54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514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53A48-34C7-3F57-65F6-1CCAE7315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1710135-977A-5CFD-DC09-2921B9AA8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E0595E7-5AAB-917A-6324-11678449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1AC6-9E8A-4194-B9D5-51B7CEF25F24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C0F9C1E-0202-195C-3B78-1080C0959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5DE468-650B-1CDB-CBFD-D761BB0A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56E-7496-49ED-A290-9BF0A184E54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147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0ED0A6-422B-E785-6A5D-7BCC522BE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9AB89D-E18D-B2F1-34F3-5E8B78277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5F45030-B32B-BB50-A26B-1E7B193AE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1AC6-9E8A-4194-B9D5-51B7CEF25F24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4E2A571-6ED3-7CE7-0003-99E22FA1C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FDD682B-9C4F-D876-2ECE-86DDB12F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56E-7496-49ED-A290-9BF0A184E54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355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A0D61F-5304-B3B8-B5BF-FEE414810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9C4DCFB-914A-E3A7-5822-DEB68D13D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50858AE-E70A-54D6-F436-7B62D80EC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A1919D1-4333-E190-FDC5-C01842B12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1AC6-9E8A-4194-B9D5-51B7CEF25F24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C57903F-EBCA-CB5C-E09C-4CEDAB4B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E60E07E-78D5-6AA7-98AC-E5642333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56E-7496-49ED-A290-9BF0A184E54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865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B57D0E-F5C8-5ACF-F6E1-2CD57629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183271B-CBEB-C3DA-2693-C7B6F6C9A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7D67C12-5A36-C17C-3FB2-24663F97D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38F91D5-6FB5-F553-94D8-E5EE51E8BF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CD40995-19C8-6231-D765-6370B329B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261C7F2-6E3D-5D95-FCF8-3261C5959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1AC6-9E8A-4194-B9D5-51B7CEF25F24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0775DCA-C195-F67B-A78B-446E5AC81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593CE84-45C8-51D3-C363-33FD9D9D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56E-7496-49ED-A290-9BF0A184E54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9406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15A176-C2A8-E79B-675F-5CA3D9AF5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C4DE45C-BB53-432A-A28F-936C7DAB0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1AC6-9E8A-4194-B9D5-51B7CEF25F24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59769D6-F262-1107-874A-5E74EB012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2DE9046-5275-B6D2-4852-5C01EE5B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56E-7496-49ED-A290-9BF0A184E54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05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E74C89B-4F87-B4BF-F0E4-349FEDDF9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1AC6-9E8A-4194-B9D5-51B7CEF25F24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FEA0D01-4950-6398-DED0-F7ACAEA48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9CE184E-A06F-B5B2-88BD-59CF2424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56E-7496-49ED-A290-9BF0A184E54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024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43195B-5323-B05C-78EE-8D5470F5C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05C9DAC-F40D-4DD4-9658-0F3CF04EB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2195DEA-E9E8-672F-8149-82AB22FF0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F8214A8-A802-E6AA-DA16-0CECC5C93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1AC6-9E8A-4194-B9D5-51B7CEF25F24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1FCF16A-167A-DBDD-C265-3FBED702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BBD0F59-71DF-A116-B737-FEA08D3C9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56E-7496-49ED-A290-9BF0A184E54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071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4FB1C2-070E-D346-2F88-B60A11A57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0E710710-7C8B-045D-CA08-07A4FE24A9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103CDCD-6626-F634-5168-428955E62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38CCF84-6A0F-FCE4-4EB6-08A2EE83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1AC6-9E8A-4194-B9D5-51B7CEF25F24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0BC2B28-26AD-4788-10DA-9315BE749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7B7E374-A602-B65C-30D2-59A77E8A3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56E-7496-49ED-A290-9BF0A184E54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031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C5BDE3-68BF-43F7-1879-944584B0C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115689D-BE20-1347-081B-7CCDA955E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F311476-0100-C261-85BE-F00D58904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1AC6-9E8A-4194-B9D5-51B7CEF25F24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7F26428-8D0C-B44D-772A-F1647D96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CF38DD7-A4F6-525A-A304-DA72FBB4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56E-7496-49ED-A290-9BF0A184E54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783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7B067D2-CF71-D7F0-53E3-149288654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7B3D24B-470F-8918-C4D5-508DFDEEC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72FF1AC-353A-FE71-2EF5-36DA9C60E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1AC6-9E8A-4194-B9D5-51B7CEF25F24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1479081-C61A-02A4-52C7-EEE5D7D0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F209061-3D3A-6C9E-0DAD-F53614406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F56E-7496-49ED-A290-9BF0A184E54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88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7B470BC-17DF-C2E8-6F56-B3A2A534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CB8DE87-7120-16AF-E0D6-124A29701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A62CDCC-F872-3435-C0F2-1921B31B1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9E1AC6-9E8A-4194-B9D5-51B7CEF25F24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A63FE4D-1E59-62C8-8ED3-6BB46669B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556AF4-2A5F-B084-B784-18A2F03DB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60F56E-7496-49ED-A290-9BF0A184E54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6064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5842EB-7F1A-34B2-DD77-9307B448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Process steps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98DAEA1-FEC2-A7E1-90CA-E18B9A024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noProof="0" dirty="0"/>
              <a:t>Patient referred to specialist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Specialist determines if patient needs knee or hip replacement surgery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GB" noProof="0" dirty="0"/>
              <a:t>Yes </a:t>
            </a:r>
            <a:r>
              <a:rPr lang="en-GB" noProof="0" dirty="0">
                <a:sym typeface="Wingdings" panose="05000000000000000000" pitchFamily="2" charset="2"/>
              </a:rPr>
              <a:t> next step</a:t>
            </a:r>
            <a:endParaRPr lang="en-GB" noProof="0" dirty="0"/>
          </a:p>
          <a:p>
            <a:pPr marL="914400" lvl="1" indent="-457200">
              <a:buFont typeface="+mj-lt"/>
              <a:buAutoNum type="alphaUcPeriod"/>
            </a:pPr>
            <a:r>
              <a:rPr lang="en-GB" noProof="0" dirty="0"/>
              <a:t>No </a:t>
            </a:r>
            <a:r>
              <a:rPr lang="en-GB" noProof="0" dirty="0">
                <a:sym typeface="Wingdings" panose="05000000000000000000" pitchFamily="2" charset="2"/>
              </a:rPr>
              <a:t> End (out of scope)</a:t>
            </a:r>
            <a:endParaRPr lang="en-GB" noProof="0" dirty="0"/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ML model is “run” on data patient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Specialist checks outcome ML model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GB" noProof="0" dirty="0"/>
              <a:t>ML model supports </a:t>
            </a:r>
            <a:r>
              <a:rPr lang="en-GB" dirty="0"/>
              <a:t>s</a:t>
            </a:r>
            <a:r>
              <a:rPr lang="en-GB" noProof="0" dirty="0" err="1"/>
              <a:t>pecialist</a:t>
            </a:r>
            <a:r>
              <a:rPr lang="en-GB" noProof="0" dirty="0"/>
              <a:t> decision 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GB" dirty="0"/>
              <a:t>ML model does not support specialist decision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GB" dirty="0"/>
              <a:t>Black box model separate/</a:t>
            </a:r>
          </a:p>
        </p:txBody>
      </p:sp>
    </p:spTree>
    <p:extLst>
      <p:ext uri="{BB962C8B-B14F-4D97-AF65-F5344CB8AC3E}">
        <p14:creationId xmlns:p14="http://schemas.microsoft.com/office/powerpoint/2010/main" val="3482091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oomdiagram: Verbindingslijn 1">
            <a:extLst>
              <a:ext uri="{FF2B5EF4-FFF2-40B4-BE49-F238E27FC236}">
                <a16:creationId xmlns:a16="http://schemas.microsoft.com/office/drawing/2014/main" id="{09806DE4-9ED4-9F2E-1B4F-9B20F4757399}"/>
              </a:ext>
            </a:extLst>
          </p:cNvPr>
          <p:cNvSpPr/>
          <p:nvPr/>
        </p:nvSpPr>
        <p:spPr>
          <a:xfrm>
            <a:off x="986713" y="1606016"/>
            <a:ext cx="186611" cy="177282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4" name="Rechte verbindingslijn met pijl 3">
            <a:extLst>
              <a:ext uri="{FF2B5EF4-FFF2-40B4-BE49-F238E27FC236}">
                <a16:creationId xmlns:a16="http://schemas.microsoft.com/office/drawing/2014/main" id="{6C4A4957-5592-29BF-0FE1-521BE93AF3B2}"/>
              </a:ext>
            </a:extLst>
          </p:cNvPr>
          <p:cNvCxnSpPr>
            <a:cxnSpLocks/>
            <a:stCxn id="2" idx="6"/>
            <a:endCxn id="5" idx="1"/>
          </p:cNvCxnSpPr>
          <p:nvPr/>
        </p:nvCxnSpPr>
        <p:spPr>
          <a:xfrm>
            <a:off x="1173324" y="1694657"/>
            <a:ext cx="758113" cy="81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Stroomdiagram: Alternatief proces 4">
            <a:extLst>
              <a:ext uri="{FF2B5EF4-FFF2-40B4-BE49-F238E27FC236}">
                <a16:creationId xmlns:a16="http://schemas.microsoft.com/office/drawing/2014/main" id="{2A168694-4929-31D0-910C-028FCC714899}"/>
              </a:ext>
            </a:extLst>
          </p:cNvPr>
          <p:cNvSpPr/>
          <p:nvPr/>
        </p:nvSpPr>
        <p:spPr>
          <a:xfrm>
            <a:off x="1931437" y="1408922"/>
            <a:ext cx="1101012" cy="587821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noProof="0" dirty="0">
                <a:solidFill>
                  <a:schemeClr val="tx2"/>
                </a:solidFill>
              </a:rPr>
              <a:t>Assess</a:t>
            </a:r>
            <a:br>
              <a:rPr lang="en-GB" sz="1000" b="1" noProof="0" dirty="0">
                <a:solidFill>
                  <a:schemeClr val="tx2"/>
                </a:solidFill>
              </a:rPr>
            </a:br>
            <a:r>
              <a:rPr lang="en-GB" sz="1000" b="1" noProof="0" dirty="0">
                <a:solidFill>
                  <a:schemeClr val="tx2"/>
                </a:solidFill>
              </a:rPr>
              <a:t>Patient</a:t>
            </a:r>
          </a:p>
        </p:txBody>
      </p: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A450FF9B-B6E7-E870-E140-1B320D708E29}"/>
              </a:ext>
            </a:extLst>
          </p:cNvPr>
          <p:cNvCxnSpPr>
            <a:cxnSpLocks/>
          </p:cNvCxnSpPr>
          <p:nvPr/>
        </p:nvCxnSpPr>
        <p:spPr>
          <a:xfrm>
            <a:off x="3032449" y="1705944"/>
            <a:ext cx="7931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Stroomdiagram: Beslissing 8">
            <a:extLst>
              <a:ext uri="{FF2B5EF4-FFF2-40B4-BE49-F238E27FC236}">
                <a16:creationId xmlns:a16="http://schemas.microsoft.com/office/drawing/2014/main" id="{F2BDD681-C1AD-AE36-77A8-B2CB2A0658FF}"/>
              </a:ext>
            </a:extLst>
          </p:cNvPr>
          <p:cNvSpPr/>
          <p:nvPr/>
        </p:nvSpPr>
        <p:spPr>
          <a:xfrm>
            <a:off x="3825551" y="1446240"/>
            <a:ext cx="531845" cy="513184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F7A4F084-AF28-D185-C2FD-C01BD976A113}"/>
              </a:ext>
            </a:extLst>
          </p:cNvPr>
          <p:cNvSpPr txBox="1"/>
          <p:nvPr/>
        </p:nvSpPr>
        <p:spPr>
          <a:xfrm>
            <a:off x="3540965" y="1910452"/>
            <a:ext cx="12036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Surgery   needed?</a:t>
            </a:r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D70224B1-B305-2608-37FB-412ACDF85CC1}"/>
              </a:ext>
            </a:extLst>
          </p:cNvPr>
          <p:cNvCxnSpPr>
            <a:cxnSpLocks/>
            <a:stCxn id="9" idx="2"/>
            <a:endCxn id="34" idx="0"/>
          </p:cNvCxnSpPr>
          <p:nvPr/>
        </p:nvCxnSpPr>
        <p:spPr>
          <a:xfrm flipH="1">
            <a:off x="4091471" y="1959424"/>
            <a:ext cx="3" cy="1274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Stroomdiagram: Verbindingslijn 13">
            <a:extLst>
              <a:ext uri="{FF2B5EF4-FFF2-40B4-BE49-F238E27FC236}">
                <a16:creationId xmlns:a16="http://schemas.microsoft.com/office/drawing/2014/main" id="{A62D5BFC-37F4-65D6-40AB-BBCDD048E0F4}"/>
              </a:ext>
            </a:extLst>
          </p:cNvPr>
          <p:cNvSpPr/>
          <p:nvPr/>
        </p:nvSpPr>
        <p:spPr>
          <a:xfrm>
            <a:off x="3998166" y="698231"/>
            <a:ext cx="186611" cy="177282"/>
          </a:xfrm>
          <a:prstGeom prst="flowChartConnector">
            <a:avLst/>
          </a:prstGeom>
          <a:solidFill>
            <a:srgbClr val="FC646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DAA275B3-324A-AE17-62CC-192594088B8F}"/>
              </a:ext>
            </a:extLst>
          </p:cNvPr>
          <p:cNvSpPr txBox="1"/>
          <p:nvPr/>
        </p:nvSpPr>
        <p:spPr>
          <a:xfrm>
            <a:off x="3774229" y="1063424"/>
            <a:ext cx="3778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0" dirty="0"/>
              <a:t>No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95E9982C-A03B-A7EE-9735-15564B60F168}"/>
              </a:ext>
            </a:extLst>
          </p:cNvPr>
          <p:cNvSpPr txBox="1"/>
          <p:nvPr/>
        </p:nvSpPr>
        <p:spPr>
          <a:xfrm>
            <a:off x="3666930" y="2293268"/>
            <a:ext cx="44786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0" dirty="0"/>
              <a:t>Yes</a:t>
            </a:r>
          </a:p>
        </p:txBody>
      </p: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38C6677A-688E-29FD-D516-AF1D6749AC84}"/>
              </a:ext>
            </a:extLst>
          </p:cNvPr>
          <p:cNvCxnSpPr>
            <a:cxnSpLocks/>
          </p:cNvCxnSpPr>
          <p:nvPr/>
        </p:nvCxnSpPr>
        <p:spPr>
          <a:xfrm>
            <a:off x="4618652" y="3510380"/>
            <a:ext cx="7931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Stroomdiagram: Beslissing 18">
            <a:extLst>
              <a:ext uri="{FF2B5EF4-FFF2-40B4-BE49-F238E27FC236}">
                <a16:creationId xmlns:a16="http://schemas.microsoft.com/office/drawing/2014/main" id="{DEE7E1EB-3FA2-212F-2908-ECCB79AC47A6}"/>
              </a:ext>
            </a:extLst>
          </p:cNvPr>
          <p:cNvSpPr/>
          <p:nvPr/>
        </p:nvSpPr>
        <p:spPr>
          <a:xfrm>
            <a:off x="5411754" y="3250676"/>
            <a:ext cx="531845" cy="513184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49F2D22B-F9B6-E71C-C8EF-0396F8ED72F5}"/>
              </a:ext>
            </a:extLst>
          </p:cNvPr>
          <p:cNvSpPr txBox="1"/>
          <p:nvPr/>
        </p:nvSpPr>
        <p:spPr>
          <a:xfrm>
            <a:off x="4869007" y="3773375"/>
            <a:ext cx="2507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Will surgery  be clinically successful?</a:t>
            </a:r>
          </a:p>
        </p:txBody>
      </p:sp>
      <p:cxnSp>
        <p:nvCxnSpPr>
          <p:cNvPr id="21" name="Rechte verbindingslijn met pijl 20">
            <a:extLst>
              <a:ext uri="{FF2B5EF4-FFF2-40B4-BE49-F238E27FC236}">
                <a16:creationId xmlns:a16="http://schemas.microsoft.com/office/drawing/2014/main" id="{DCF11407-B1A0-4AC3-CDF3-8985B721BDEA}"/>
              </a:ext>
            </a:extLst>
          </p:cNvPr>
          <p:cNvCxnSpPr>
            <a:cxnSpLocks/>
          </p:cNvCxnSpPr>
          <p:nvPr/>
        </p:nvCxnSpPr>
        <p:spPr>
          <a:xfrm flipV="1">
            <a:off x="5677673" y="2033562"/>
            <a:ext cx="0" cy="1198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DDDC74B1-F631-78CE-4D2C-9FD25BB4EC16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5677673" y="3763860"/>
            <a:ext cx="2" cy="6390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Stroomdiagram: Verbindingslijn 22">
            <a:extLst>
              <a:ext uri="{FF2B5EF4-FFF2-40B4-BE49-F238E27FC236}">
                <a16:creationId xmlns:a16="http://schemas.microsoft.com/office/drawing/2014/main" id="{443838AD-AE0F-4AAA-B23B-3449BC8D782B}"/>
              </a:ext>
            </a:extLst>
          </p:cNvPr>
          <p:cNvSpPr/>
          <p:nvPr/>
        </p:nvSpPr>
        <p:spPr>
          <a:xfrm>
            <a:off x="5584367" y="4402870"/>
            <a:ext cx="186611" cy="177282"/>
          </a:xfrm>
          <a:prstGeom prst="flowChartConnector">
            <a:avLst/>
          </a:prstGeom>
          <a:solidFill>
            <a:srgbClr val="FC646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EED59247-D465-D3A0-ED50-519D6C0487B3}"/>
              </a:ext>
            </a:extLst>
          </p:cNvPr>
          <p:cNvSpPr txBox="1"/>
          <p:nvPr/>
        </p:nvSpPr>
        <p:spPr>
          <a:xfrm>
            <a:off x="5268484" y="3980906"/>
            <a:ext cx="452534" cy="2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0" dirty="0"/>
              <a:t>Yes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076FD870-D4AB-5505-031F-B62328FD2A41}"/>
              </a:ext>
            </a:extLst>
          </p:cNvPr>
          <p:cNvSpPr txBox="1"/>
          <p:nvPr/>
        </p:nvSpPr>
        <p:spPr>
          <a:xfrm>
            <a:off x="5677677" y="2833973"/>
            <a:ext cx="5318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0" dirty="0"/>
              <a:t>No</a:t>
            </a:r>
          </a:p>
        </p:txBody>
      </p:sp>
      <p:sp>
        <p:nvSpPr>
          <p:cNvPr id="34" name="Stroomdiagram: Alternatief proces 33">
            <a:extLst>
              <a:ext uri="{FF2B5EF4-FFF2-40B4-BE49-F238E27FC236}">
                <a16:creationId xmlns:a16="http://schemas.microsoft.com/office/drawing/2014/main" id="{7746BC81-0ADF-F997-6D23-EC296C07E33E}"/>
              </a:ext>
            </a:extLst>
          </p:cNvPr>
          <p:cNvSpPr/>
          <p:nvPr/>
        </p:nvSpPr>
        <p:spPr>
          <a:xfrm>
            <a:off x="3540965" y="3233842"/>
            <a:ext cx="1101012" cy="587821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noProof="0" dirty="0">
                <a:solidFill>
                  <a:schemeClr val="tx2"/>
                </a:solidFill>
              </a:rPr>
              <a:t>Assess patient data</a:t>
            </a:r>
          </a:p>
        </p:txBody>
      </p:sp>
      <p:sp>
        <p:nvSpPr>
          <p:cNvPr id="35" name="Stroomdiagram: Alternatief proces 34">
            <a:extLst>
              <a:ext uri="{FF2B5EF4-FFF2-40B4-BE49-F238E27FC236}">
                <a16:creationId xmlns:a16="http://schemas.microsoft.com/office/drawing/2014/main" id="{67198C22-F3DD-F751-63D5-2380A26A2F3D}"/>
              </a:ext>
            </a:extLst>
          </p:cNvPr>
          <p:cNvSpPr/>
          <p:nvPr/>
        </p:nvSpPr>
        <p:spPr>
          <a:xfrm>
            <a:off x="5141163" y="1457972"/>
            <a:ext cx="1101012" cy="587821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noProof="0" dirty="0">
                <a:solidFill>
                  <a:schemeClr val="tx2"/>
                </a:solidFill>
              </a:rPr>
              <a:t>Review outcome</a:t>
            </a:r>
            <a:br>
              <a:rPr lang="en-GB" sz="1000" b="1" noProof="0" dirty="0">
                <a:solidFill>
                  <a:schemeClr val="tx2"/>
                </a:solidFill>
              </a:rPr>
            </a:br>
            <a:r>
              <a:rPr lang="en-GB" sz="1000" b="1" noProof="0" dirty="0">
                <a:solidFill>
                  <a:schemeClr val="tx2"/>
                </a:solidFill>
              </a:rPr>
              <a:t>ML model</a:t>
            </a: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9C3C739B-761C-4289-6F53-ABE5BF1030B0}"/>
              </a:ext>
            </a:extLst>
          </p:cNvPr>
          <p:cNvSpPr txBox="1"/>
          <p:nvPr/>
        </p:nvSpPr>
        <p:spPr>
          <a:xfrm>
            <a:off x="107302" y="1582834"/>
            <a:ext cx="793102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Specialist</a:t>
            </a:r>
          </a:p>
        </p:txBody>
      </p:sp>
      <p:sp>
        <p:nvSpPr>
          <p:cNvPr id="37" name="Tekstvak 36">
            <a:extLst>
              <a:ext uri="{FF2B5EF4-FFF2-40B4-BE49-F238E27FC236}">
                <a16:creationId xmlns:a16="http://schemas.microsoft.com/office/drawing/2014/main" id="{D3A3EE4A-12AD-57D4-3F7D-CAA6909A28A5}"/>
              </a:ext>
            </a:extLst>
          </p:cNvPr>
          <p:cNvSpPr txBox="1"/>
          <p:nvPr/>
        </p:nvSpPr>
        <p:spPr>
          <a:xfrm>
            <a:off x="139959" y="3170073"/>
            <a:ext cx="793102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ML Model</a:t>
            </a:r>
          </a:p>
        </p:txBody>
      </p:sp>
      <p:cxnSp>
        <p:nvCxnSpPr>
          <p:cNvPr id="40" name="Rechte verbindingslijn met pijl 39">
            <a:extLst>
              <a:ext uri="{FF2B5EF4-FFF2-40B4-BE49-F238E27FC236}">
                <a16:creationId xmlns:a16="http://schemas.microsoft.com/office/drawing/2014/main" id="{A0549AF1-4386-9006-CD1B-1CC709E44426}"/>
              </a:ext>
            </a:extLst>
          </p:cNvPr>
          <p:cNvCxnSpPr>
            <a:cxnSpLocks/>
            <a:endCxn id="14" idx="4"/>
          </p:cNvCxnSpPr>
          <p:nvPr/>
        </p:nvCxnSpPr>
        <p:spPr>
          <a:xfrm flipV="1">
            <a:off x="4091471" y="875513"/>
            <a:ext cx="1" cy="5707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Rechte verbindingslijn 44">
            <a:extLst>
              <a:ext uri="{FF2B5EF4-FFF2-40B4-BE49-F238E27FC236}">
                <a16:creationId xmlns:a16="http://schemas.microsoft.com/office/drawing/2014/main" id="{B24C19E7-C223-260A-BDF2-E3D7255A6496}"/>
              </a:ext>
            </a:extLst>
          </p:cNvPr>
          <p:cNvCxnSpPr>
            <a:cxnSpLocks/>
          </p:cNvCxnSpPr>
          <p:nvPr/>
        </p:nvCxnSpPr>
        <p:spPr>
          <a:xfrm>
            <a:off x="0" y="2656624"/>
            <a:ext cx="12192000" cy="74140"/>
          </a:xfrm>
          <a:prstGeom prst="line">
            <a:avLst/>
          </a:prstGeom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6F4ED10D-5A69-EC60-418F-6D921154C96B}"/>
              </a:ext>
            </a:extLst>
          </p:cNvPr>
          <p:cNvCxnSpPr>
            <a:cxnSpLocks/>
          </p:cNvCxnSpPr>
          <p:nvPr/>
        </p:nvCxnSpPr>
        <p:spPr>
          <a:xfrm>
            <a:off x="26811" y="4824801"/>
            <a:ext cx="12192000" cy="74140"/>
          </a:xfrm>
          <a:prstGeom prst="line">
            <a:avLst/>
          </a:prstGeom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Rechte verbindingslijn 47">
            <a:extLst>
              <a:ext uri="{FF2B5EF4-FFF2-40B4-BE49-F238E27FC236}">
                <a16:creationId xmlns:a16="http://schemas.microsoft.com/office/drawing/2014/main" id="{0A43BA89-4966-6DDE-100F-D1DF4EB2A19B}"/>
              </a:ext>
            </a:extLst>
          </p:cNvPr>
          <p:cNvCxnSpPr>
            <a:cxnSpLocks/>
          </p:cNvCxnSpPr>
          <p:nvPr/>
        </p:nvCxnSpPr>
        <p:spPr>
          <a:xfrm>
            <a:off x="0" y="533917"/>
            <a:ext cx="12192000" cy="27719"/>
          </a:xfrm>
          <a:prstGeom prst="line">
            <a:avLst/>
          </a:prstGeom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Stroomdiagram: Beslissing 57">
            <a:extLst>
              <a:ext uri="{FF2B5EF4-FFF2-40B4-BE49-F238E27FC236}">
                <a16:creationId xmlns:a16="http://schemas.microsoft.com/office/drawing/2014/main" id="{64E4B89E-5B58-98D2-DE3E-A1206898A5D0}"/>
              </a:ext>
            </a:extLst>
          </p:cNvPr>
          <p:cNvSpPr/>
          <p:nvPr/>
        </p:nvSpPr>
        <p:spPr>
          <a:xfrm>
            <a:off x="7025942" y="1491790"/>
            <a:ext cx="531845" cy="513184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9" name="Tekstvak 58">
            <a:extLst>
              <a:ext uri="{FF2B5EF4-FFF2-40B4-BE49-F238E27FC236}">
                <a16:creationId xmlns:a16="http://schemas.microsoft.com/office/drawing/2014/main" id="{4E2F39E2-B8AE-664F-F781-B3E64E7AFEA0}"/>
              </a:ext>
            </a:extLst>
          </p:cNvPr>
          <p:cNvSpPr txBox="1"/>
          <p:nvPr/>
        </p:nvSpPr>
        <p:spPr>
          <a:xfrm>
            <a:off x="6836234" y="1008862"/>
            <a:ext cx="1203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noProof="0" dirty="0"/>
              <a:t>Accept outcome ML model?</a:t>
            </a:r>
          </a:p>
        </p:txBody>
      </p:sp>
      <p:cxnSp>
        <p:nvCxnSpPr>
          <p:cNvPr id="60" name="Rechte verbindingslijn met pijl 59">
            <a:extLst>
              <a:ext uri="{FF2B5EF4-FFF2-40B4-BE49-F238E27FC236}">
                <a16:creationId xmlns:a16="http://schemas.microsoft.com/office/drawing/2014/main" id="{43209328-94C6-5582-1BDA-B15552CC006D}"/>
              </a:ext>
            </a:extLst>
          </p:cNvPr>
          <p:cNvCxnSpPr>
            <a:cxnSpLocks/>
          </p:cNvCxnSpPr>
          <p:nvPr/>
        </p:nvCxnSpPr>
        <p:spPr>
          <a:xfrm>
            <a:off x="7291864" y="2025906"/>
            <a:ext cx="0" cy="3721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Rechte verbindingslijn met pijl 60">
            <a:extLst>
              <a:ext uri="{FF2B5EF4-FFF2-40B4-BE49-F238E27FC236}">
                <a16:creationId xmlns:a16="http://schemas.microsoft.com/office/drawing/2014/main" id="{67D611B2-3370-69E9-8F8D-C37C9F001F0F}"/>
              </a:ext>
            </a:extLst>
          </p:cNvPr>
          <p:cNvCxnSpPr>
            <a:cxnSpLocks/>
          </p:cNvCxnSpPr>
          <p:nvPr/>
        </p:nvCxnSpPr>
        <p:spPr>
          <a:xfrm>
            <a:off x="7557787" y="1748382"/>
            <a:ext cx="5427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kstvak 62">
            <a:extLst>
              <a:ext uri="{FF2B5EF4-FFF2-40B4-BE49-F238E27FC236}">
                <a16:creationId xmlns:a16="http://schemas.microsoft.com/office/drawing/2014/main" id="{83FB51B2-1FA8-1094-1A75-D1EF21CD27E5}"/>
              </a:ext>
            </a:extLst>
          </p:cNvPr>
          <p:cNvSpPr txBox="1"/>
          <p:nvPr/>
        </p:nvSpPr>
        <p:spPr>
          <a:xfrm>
            <a:off x="7590443" y="1502161"/>
            <a:ext cx="5318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0" dirty="0"/>
              <a:t>Yes</a:t>
            </a:r>
          </a:p>
        </p:txBody>
      </p:sp>
      <p:sp>
        <p:nvSpPr>
          <p:cNvPr id="64" name="Tekstvak 63">
            <a:extLst>
              <a:ext uri="{FF2B5EF4-FFF2-40B4-BE49-F238E27FC236}">
                <a16:creationId xmlns:a16="http://schemas.microsoft.com/office/drawing/2014/main" id="{ACDE285E-E5E8-A56A-0DDE-D133C90A8993}"/>
              </a:ext>
            </a:extLst>
          </p:cNvPr>
          <p:cNvSpPr txBox="1"/>
          <p:nvPr/>
        </p:nvSpPr>
        <p:spPr>
          <a:xfrm>
            <a:off x="7376619" y="2151793"/>
            <a:ext cx="452534" cy="2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0" dirty="0"/>
              <a:t>No</a:t>
            </a:r>
          </a:p>
        </p:txBody>
      </p:sp>
      <p:cxnSp>
        <p:nvCxnSpPr>
          <p:cNvPr id="65" name="Rechte verbindingslijn met pijl 64">
            <a:extLst>
              <a:ext uri="{FF2B5EF4-FFF2-40B4-BE49-F238E27FC236}">
                <a16:creationId xmlns:a16="http://schemas.microsoft.com/office/drawing/2014/main" id="{F11D0878-8CA2-F44F-68C1-F60CA5F4E27D}"/>
              </a:ext>
            </a:extLst>
          </p:cNvPr>
          <p:cNvCxnSpPr>
            <a:cxnSpLocks/>
          </p:cNvCxnSpPr>
          <p:nvPr/>
        </p:nvCxnSpPr>
        <p:spPr>
          <a:xfrm>
            <a:off x="6232840" y="1749934"/>
            <a:ext cx="7931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Stroomdiagram: Verbindingslijn 65">
            <a:extLst>
              <a:ext uri="{FF2B5EF4-FFF2-40B4-BE49-F238E27FC236}">
                <a16:creationId xmlns:a16="http://schemas.microsoft.com/office/drawing/2014/main" id="{74ECDE04-F9F2-1709-95D0-F8E693F6E5E4}"/>
              </a:ext>
            </a:extLst>
          </p:cNvPr>
          <p:cNvSpPr/>
          <p:nvPr/>
        </p:nvSpPr>
        <p:spPr>
          <a:xfrm>
            <a:off x="7198558" y="2412270"/>
            <a:ext cx="186611" cy="177282"/>
          </a:xfrm>
          <a:prstGeom prst="flowChartConnector">
            <a:avLst/>
          </a:prstGeom>
          <a:solidFill>
            <a:srgbClr val="FC646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8" name="Stroomdiagram: Alternatief proces 67">
            <a:extLst>
              <a:ext uri="{FF2B5EF4-FFF2-40B4-BE49-F238E27FC236}">
                <a16:creationId xmlns:a16="http://schemas.microsoft.com/office/drawing/2014/main" id="{A29D3FE7-2694-5E2C-0F9F-4FF1D449DD78}"/>
              </a:ext>
            </a:extLst>
          </p:cNvPr>
          <p:cNvSpPr/>
          <p:nvPr/>
        </p:nvSpPr>
        <p:spPr>
          <a:xfrm>
            <a:off x="8117619" y="1484204"/>
            <a:ext cx="1101012" cy="587821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noProof="0">
                <a:solidFill>
                  <a:schemeClr val="tx2"/>
                </a:solidFill>
              </a:rPr>
              <a:t>Explain outcome </a:t>
            </a:r>
            <a:r>
              <a:rPr lang="en-GB" sz="1000" b="1" noProof="0" dirty="0">
                <a:solidFill>
                  <a:schemeClr val="tx2"/>
                </a:solidFill>
              </a:rPr>
              <a:t>to patient</a:t>
            </a:r>
          </a:p>
        </p:txBody>
      </p:sp>
      <p:cxnSp>
        <p:nvCxnSpPr>
          <p:cNvPr id="69" name="Rechte verbindingslijn met pijl 68">
            <a:extLst>
              <a:ext uri="{FF2B5EF4-FFF2-40B4-BE49-F238E27FC236}">
                <a16:creationId xmlns:a16="http://schemas.microsoft.com/office/drawing/2014/main" id="{B63A831B-8F65-E412-7014-555378BA63EA}"/>
              </a:ext>
            </a:extLst>
          </p:cNvPr>
          <p:cNvCxnSpPr>
            <a:cxnSpLocks/>
          </p:cNvCxnSpPr>
          <p:nvPr/>
        </p:nvCxnSpPr>
        <p:spPr>
          <a:xfrm>
            <a:off x="9218631" y="1784782"/>
            <a:ext cx="5427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Stroomdiagram: Verbindingslijn 69">
            <a:extLst>
              <a:ext uri="{FF2B5EF4-FFF2-40B4-BE49-F238E27FC236}">
                <a16:creationId xmlns:a16="http://schemas.microsoft.com/office/drawing/2014/main" id="{BB8F5470-6223-C57E-DA94-391827821FBD}"/>
              </a:ext>
            </a:extLst>
          </p:cNvPr>
          <p:cNvSpPr/>
          <p:nvPr/>
        </p:nvSpPr>
        <p:spPr>
          <a:xfrm>
            <a:off x="9778463" y="1689210"/>
            <a:ext cx="186611" cy="177282"/>
          </a:xfrm>
          <a:prstGeom prst="flowChartConnector">
            <a:avLst/>
          </a:prstGeom>
          <a:solidFill>
            <a:srgbClr val="FC646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72" name="Rechte verbindingslijn 71">
            <a:extLst>
              <a:ext uri="{FF2B5EF4-FFF2-40B4-BE49-F238E27FC236}">
                <a16:creationId xmlns:a16="http://schemas.microsoft.com/office/drawing/2014/main" id="{92D660E1-A54D-C73E-54E6-94C1E59CA34D}"/>
              </a:ext>
            </a:extLst>
          </p:cNvPr>
          <p:cNvCxnSpPr>
            <a:cxnSpLocks/>
          </p:cNvCxnSpPr>
          <p:nvPr/>
        </p:nvCxnSpPr>
        <p:spPr>
          <a:xfrm flipV="1">
            <a:off x="900404" y="547776"/>
            <a:ext cx="0" cy="4277025"/>
          </a:xfrm>
          <a:prstGeom prst="line">
            <a:avLst/>
          </a:prstGeom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79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75059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97</Words>
  <Application>Microsoft Office PowerPoint</Application>
  <PresentationFormat>Breedbeeld</PresentationFormat>
  <Paragraphs>25</Paragraphs>
  <Slides>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Kantoorthema</vt:lpstr>
      <vt:lpstr>Process steps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Krings</dc:creator>
  <cp:lastModifiedBy>Julia Krings</cp:lastModifiedBy>
  <cp:revision>1</cp:revision>
  <dcterms:created xsi:type="dcterms:W3CDTF">2026-01-23T10:10:05Z</dcterms:created>
  <dcterms:modified xsi:type="dcterms:W3CDTF">2026-01-23T13:54:38Z</dcterms:modified>
</cp:coreProperties>
</file>